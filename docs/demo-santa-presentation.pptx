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Проверок в день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35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8354A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5</c:v>
                </c:pt>
                <c:pt idx="15">
                  <c:v>6</c:v>
                </c:pt>
                <c:pt idx="16">
                  <c:v>6</c:v>
                </c:pt>
                <c:pt idx="17">
                  <c:v>5</c:v>
                </c:pt>
                <c:pt idx="18">
                  <c:v>6</c:v>
                </c:pt>
                <c:pt idx="19">
                  <c:v>6</c:v>
                </c:pt>
                <c:pt idx="20">
                  <c:v>5</c:v>
                </c:pt>
                <c:pt idx="21">
                  <c:v>5</c:v>
                </c:pt>
                <c:pt idx="22">
                  <c:v>6</c:v>
                </c:pt>
                <c:pt idx="23">
                  <c:v>5</c:v>
                </c:pt>
                <c:pt idx="24">
                  <c:v>5</c:v>
                </c:pt>
                <c:pt idx="25">
                  <c:v>6</c:v>
                </c:pt>
                <c:pt idx="26">
                  <c:v>5</c:v>
                </c:pt>
                <c:pt idx="27">
                  <c:v>6</c:v>
                </c:pt>
                <c:pt idx="28">
                  <c:v>6</c:v>
                </c:pt>
                <c:pt idx="2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на веб-клиенте. Роли: заведующий, проверяющий, супервайзер, ИТ, маркетинг. Демо 15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телефоне под zav216: продажи с отклонением. Числа живые — из демо-данных стенда.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рассказа = порядок списка. Номера задач — кликабельные в списке «Задачи».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 «Операции → График проверок», диапазон дат 01.11–30.11.2026. Календарь магазин × день; клик по клетке открывает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журнал «Заявки из внешних систем» и разбор карантина BTRX-2099.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финала: напомнить учётки и порядок сценариев.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98448"/>
            <a:ext cx="237744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93268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ПУЛЬС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Задачи розничной сети «Санта» — демонстрация подсистемы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3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4315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магазинов сети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3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297680" y="4315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ролей с главной страницей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3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138160" y="4315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сценариев демо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веб-клиент  localhost:8080/7      мобильный  192.168.42.22:7651      06.10.2026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 страница — своя для каждой роли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Блоки и показатели собираются на сервере и включаются по ролям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2212848" cy="4041648"/>
          </a:xfrm>
          <a:prstGeom prst="roundRect">
            <a:avLst>
              <a:gd name="adj" fmla="val 2893"/>
            </a:avLst>
          </a:prstGeom>
          <a:solidFill>
            <a:srgbClr val="F9EDEF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Заведующий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zav216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542032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Продажи вчера: 26 300, +5,6% к прошлому периоду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Продажи по часам: столбики 09–21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ТО: 64 балла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считается оценка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1627632"/>
            <a:ext cx="2212848" cy="4041648"/>
          </a:xfrm>
          <a:prstGeom prst="roundRect">
            <a:avLst>
              <a:gd name="adj" fmla="val 2893"/>
            </a:avLst>
          </a:prstGeom>
          <a:solidFill>
            <a:srgbClr val="F9EDEF"/>
          </a:solidFill>
          <a:ln/>
        </p:spPr>
      </p:sp>
      <p:sp>
        <p:nvSpPr>
          <p:cNvPr id="9" name="Text 7"/>
          <p:cNvSpPr/>
          <p:nvPr/>
        </p:nvSpPr>
        <p:spPr>
          <a:xfrm>
            <a:off x="293522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Проверяющий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35224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insp.demo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35224" y="2542032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Чаще всего нарушают: стикеры, сроки, ценники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торгового объекта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Мои задачи и просрочка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1627632"/>
            <a:ext cx="2212848" cy="4041648"/>
          </a:xfrm>
          <a:prstGeom prst="roundRect">
            <a:avLst>
              <a:gd name="adj" fmla="val 2893"/>
            </a:avLst>
          </a:prstGeom>
          <a:solidFill>
            <a:srgbClr val="F9EDEF"/>
          </a:solidFill>
          <a:ln/>
        </p:spPr>
      </p:sp>
      <p:sp>
        <p:nvSpPr>
          <p:cNvPr id="13" name="Text 11"/>
          <p:cNvSpPr/>
          <p:nvPr/>
        </p:nvSpPr>
        <p:spPr>
          <a:xfrm>
            <a:off x="526694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Супервайзер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66944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sup.demo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66944" y="2542032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Сводка сети: просрочено 28, несоответствий 5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Средний балл по сети: 100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Ждут приёмки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1627632"/>
            <a:ext cx="2212848" cy="4041648"/>
          </a:xfrm>
          <a:prstGeom prst="roundRect">
            <a:avLst>
              <a:gd name="adj" fmla="val 2893"/>
            </a:avLst>
          </a:prstGeom>
          <a:solidFill>
            <a:srgbClr val="F9EDEF"/>
          </a:solidFill>
          <a:ln/>
        </p:spPr>
      </p:sp>
      <p:sp>
        <p:nvSpPr>
          <p:cNvPr id="17" name="Text 15"/>
          <p:cNvSpPr/>
          <p:nvPr/>
        </p:nvSpPr>
        <p:spPr>
          <a:xfrm>
            <a:off x="759866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ИТ-служба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98664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it.eng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98664" y="2542032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Инциденты: ср. закрытие 9,4 ч (было 11,2)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чаще ломается: морозильники, витрины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Задачи по незагруженным прайсам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84080" y="1627632"/>
            <a:ext cx="2212848" cy="4041648"/>
          </a:xfrm>
          <a:prstGeom prst="roundRect">
            <a:avLst>
              <a:gd name="adj" fmla="val 2893"/>
            </a:avLst>
          </a:prstGeom>
          <a:solidFill>
            <a:srgbClr val="F9EDEF"/>
          </a:solidFill>
          <a:ln/>
        </p:spPr>
      </p:sp>
      <p:sp>
        <p:nvSpPr>
          <p:cNvPr id="21" name="Text 19"/>
          <p:cNvSpPr/>
          <p:nvPr/>
        </p:nvSpPr>
        <p:spPr>
          <a:xfrm>
            <a:off x="993038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Маркетинг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0384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mkt.mgr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30384" y="2542032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Мои задачи: оформление из Битрикс24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Новости сети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6053328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59161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Новая роль — это настройка главной на сервере, а не выпуск нового приложения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Пять сценариев демо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43584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1732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Чек-листы «РЫБА» на 100 баллов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17320" y="15910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Шкала как в Excel Санты (95–100 отлично). Свежая закрытая проверка 100/100; замечания создают корректирующие задачи ST000028–032.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417320" y="2139696"/>
            <a:ext cx="10241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76856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Пересчёт остатков и проверка ценников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17320" y="26243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SANTA-T1 (С-216, в работе): чипсы — 18 по системе, 15 по факту. Ценники: колонка «полка против системы» с подсветкой расхождений.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17320" y="3172968"/>
            <a:ext cx="10241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17320" y="32735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Заявки из Битрикс24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BTRX-2001/2002 → задачи заведующим ST000041/042, автор — маркетинг. BTRX-2099 — карантин: сопоставляем площадку руками, запоминается.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417320" y="4206240"/>
            <a:ext cx="10241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Хоз.часть из быстрых действий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17320" y="46908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телефона, по гео: пресет «Уборка мусора» (фото и комментарий обязательны) и «Внезапная проверка» — задача уходит за минуту.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417320" y="5239512"/>
            <a:ext cx="10241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37667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417320" y="53400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Прайсы не дошли до весов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57241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MachineryPriceTransaction: две незагруженные выгрузки на С-216 → задачи ИТ SANTA-IT1/02 на весы №1, приоритет высокий.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Ноябрь расписан по дням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Правило «Чек-лист РЫБА — ежемесячно» создало проверки на весь месяц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03120" y="18562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правила: форматы «Санта 400» и «Санта 600»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157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031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на ноябрь создана автоматически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3989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103120" y="39044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проверок в день — равномерно по сети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- 216 (Уручская, 11а) — 6 ноября,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исполнитель — Виктория Гончарук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- 272 (Независимости, 179/2) — 12 ноября,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Павел Лисица</a:t>
            </a:r>
            <a:endParaRPr lang="en-US" sz="13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40680" y="164592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44068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Проверок в день, ноябрь 2026. Красным — магазины Уручья: 6 и 12 число.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Заявки извне превращаются в задачи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81328"/>
            <a:ext cx="3017520" cy="1170432"/>
          </a:xfrm>
          <a:prstGeom prst="roundRect">
            <a:avLst>
              <a:gd name="adj" fmla="val 4688"/>
            </a:avLst>
          </a:prstGeom>
          <a:solidFill>
            <a:srgbClr val="F9EDE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Битрикс24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оформление магазина, замена ценников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852928"/>
            <a:ext cx="3017520" cy="1170432"/>
          </a:xfrm>
          <a:prstGeom prst="roundRect">
            <a:avLst>
              <a:gd name="adj" fmla="val 4688"/>
            </a:avLst>
          </a:prstGeom>
          <a:solidFill>
            <a:srgbClr val="F9EDE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80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Оборудование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64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загрузился прайс в весы (транзакции)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224528"/>
            <a:ext cx="3017520" cy="1170432"/>
          </a:xfrm>
          <a:prstGeom prst="roundRect">
            <a:avLst>
              <a:gd name="adj" fmla="val 4688"/>
            </a:avLst>
          </a:prstGeom>
          <a:solidFill>
            <a:srgbClr val="F9EDE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52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Телефон заведующего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7365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быстрые действия по гео: уборка, проверка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066544"/>
            <a:ext cx="1097280" cy="81381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3438144"/>
            <a:ext cx="109728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4809744"/>
            <a:ext cx="1097280" cy="-81381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2651760"/>
            <a:ext cx="2880360" cy="1600200"/>
          </a:xfrm>
          <a:prstGeom prst="roundRect">
            <a:avLst>
              <a:gd name="adj" fmla="val 3429"/>
            </a:avLst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7797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Пульс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D5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приёма заявок,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6D5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пресеты быстрых действий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3438144"/>
            <a:ext cx="1097280" cy="-42062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18120" y="3438144"/>
            <a:ext cx="1097280" cy="67665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2487168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9EDEF"/>
          </a:solidFill>
          <a:ln/>
        </p:spPr>
      </p:sp>
      <p:sp>
        <p:nvSpPr>
          <p:cNvPr id="21" name="Text 19"/>
          <p:cNvSpPr/>
          <p:nvPr/>
        </p:nvSpPr>
        <p:spPr>
          <a:xfrm>
            <a:off x="9171432" y="26151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исполнителю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71432" y="298094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заведующему · ИТ · проверяющему — по роли на объекте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06840" y="39319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4059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Карантин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71432" y="442569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площадка не сопоставлена — разбор руками, выбор запоминается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 не обязан знать про роли и магазины — каноническая заявка разбирается правилами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Сегодня показываем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276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минут · 5 сценариев · веб-клиент и телефон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zav216 · zav272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заведующие магазинами Уручья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insp.demo · sup.demo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проверяющий и супервайзер сети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it.eng · mkt.mgr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ИТ-служба и маркетинг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3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Пароль учётки совпадает с логином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2331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Телефон: </a:t>
            </a:r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http://192.168.42.22:7651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приложение pulse-tasks2.apk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 находит магазин по геолокации; радиус для демо — 15 км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с магазина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- 216</a:t>
            </a:r>
            <a:pPr indent="0" marL="0">
              <a:buNone/>
            </a:pPr>
            <a:r>
              <a:rPr lang="en-US" sz="1800" dirty="0">
                <a:solidFill>
                  <a:srgbClr val="A7AD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Уручская, 11а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Пульс: задачи сети «Санта»</dc:title>
  <dc:subject>PptxGenJS Presentation</dc:subject>
  <dc:creator>Santa Pulse demo</dc:creator>
  <cp:lastModifiedBy>Santa Pulse demo</cp:lastModifiedBy>
  <cp:revision>1</cp:revision>
  <dcterms:created xsi:type="dcterms:W3CDTF">2026-10-06T20:23:40Z</dcterms:created>
  <dcterms:modified xsi:type="dcterms:W3CDTF">2026-10-06T20:23:40Z</dcterms:modified>
</cp:coreProperties>
</file>